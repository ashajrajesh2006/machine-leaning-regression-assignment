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61" r:id="rId5"/>
    <p:sldId id="263" r:id="rId6"/>
    <p:sldId id="262" r:id="rId7"/>
    <p:sldId id="264" r:id="rId8"/>
    <p:sldId id="265" r:id="rId9"/>
    <p:sldId id="266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-129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Ensemble method</a:t>
            </a:r>
          </a:p>
          <a:p>
            <a:r>
              <a:rPr dirty="0">
                <a:solidFill>
                  <a:schemeClr val="tx1"/>
                </a:solidFill>
              </a:rPr>
              <a:t>Combines weak learners</a:t>
            </a:r>
          </a:p>
          <a:p>
            <a:r>
              <a:rPr dirty="0">
                <a:solidFill>
                  <a:schemeClr val="tx1"/>
                </a:solidFill>
              </a:rPr>
              <a:t>Improves prediction accuracy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Boosting </a:t>
            </a:r>
            <a:r>
              <a:rPr dirty="0" err="1">
                <a:solidFill>
                  <a:schemeClr val="bg1"/>
                </a:solidFill>
              </a:rPr>
              <a:t>Regressor</a:t>
            </a:r>
            <a:r>
              <a:rPr dirty="0">
                <a:solidFill>
                  <a:schemeClr val="bg1"/>
                </a:solidFill>
              </a:rPr>
              <a:t>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Sequential learning</a:t>
            </a:r>
          </a:p>
          <a:p>
            <a:r>
              <a:rPr dirty="0">
                <a:solidFill>
                  <a:schemeClr val="tx1"/>
                </a:solidFill>
              </a:rPr>
              <a:t>Focus on errors</a:t>
            </a:r>
          </a:p>
          <a:p>
            <a:r>
              <a:rPr dirty="0">
                <a:solidFill>
                  <a:schemeClr val="tx1"/>
                </a:solidFill>
              </a:rPr>
              <a:t>Each model improves previous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What is Boosting?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>
                <a:solidFill>
                  <a:schemeClr val="tx1"/>
                </a:solidFill>
              </a:rPr>
              <a:t>AdaBoost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Gradient Boosting</a:t>
            </a:r>
          </a:p>
          <a:p>
            <a:r>
              <a:rPr dirty="0" err="1">
                <a:solidFill>
                  <a:schemeClr val="tx1"/>
                </a:solidFill>
              </a:rPr>
              <a:t>XGBoost</a:t>
            </a:r>
            <a:endParaRPr dirty="0">
              <a:solidFill>
                <a:schemeClr val="tx1"/>
              </a:solidFill>
            </a:endParaRPr>
          </a:p>
          <a:p>
            <a:r>
              <a:rPr dirty="0" err="1">
                <a:solidFill>
                  <a:schemeClr val="tx1"/>
                </a:solidFill>
              </a:rPr>
              <a:t>LightGBM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Popular 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187" y="2714654"/>
            <a:ext cx="8311122" cy="1374867"/>
          </a:xfrm>
        </p:spPr>
        <p:txBody>
          <a:bodyPr>
            <a:noAutofit/>
          </a:bodyPr>
          <a:lstStyle/>
          <a:p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AdaBoost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(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Ada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ptive </a:t>
            </a:r>
            <a:r>
              <a:rPr lang="en-GB" b="1" dirty="0">
                <a:solidFill>
                  <a:schemeClr val="accent2">
                    <a:lumMod val="75000"/>
                  </a:schemeClr>
                </a:solidFill>
              </a:rPr>
              <a:t>Boost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ing) regression is 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an ensemble learning method that builds a strong </a:t>
            </a:r>
            <a:r>
              <a:rPr lang="en-GB" dirty="0" err="1">
                <a:solidFill>
                  <a:schemeClr val="accent2">
                    <a:lumMod val="75000"/>
                  </a:schemeClr>
                </a:solidFill>
              </a:rPr>
              <a:t>regressor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 by sequentially combining multiple "weak learners</a:t>
            </a:r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". </a:t>
            </a:r>
          </a:p>
          <a:p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In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</a:rPr>
              <a:t>each iteration, it adjusts the weights of training instances based on their prediction error, forcing subsequent models to focus on the most difficult cases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bg1"/>
                </a:solidFill>
              </a:rPr>
              <a:t>AdaBoost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123659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bg1"/>
                </a:solidFill>
              </a:rPr>
              <a:t>AdaBoost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Algorithms</a:t>
            </a:r>
          </a:p>
        </p:txBody>
      </p:sp>
      <p:pic>
        <p:nvPicPr>
          <p:cNvPr id="1026" name="Picture 2" descr="AdaBoost Algorith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270" y="2113571"/>
            <a:ext cx="8016530" cy="45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70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XG Boost (</a:t>
            </a:r>
            <a:r>
              <a:rPr lang="en-GB" dirty="0" err="1"/>
              <a:t>e</a:t>
            </a:r>
            <a:r>
              <a:rPr lang="en-GB" dirty="0" err="1" smtClean="0"/>
              <a:t>Xtreme</a:t>
            </a:r>
            <a:r>
              <a:rPr lang="en-GB" dirty="0" smtClean="0"/>
              <a:t> </a:t>
            </a:r>
            <a:r>
              <a:rPr lang="en-GB" dirty="0"/>
              <a:t>Gradient Boosting) is a popular supervised-learning algorithm used for regression and classification on large datasets.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uses sequentially-built shallow decision trees to provide accurate results and a highly-scalable training method that avoids overfitting.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XG Boost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112309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XG Boost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Algorithms</a:t>
            </a:r>
          </a:p>
        </p:txBody>
      </p:sp>
      <p:sp>
        <p:nvSpPr>
          <p:cNvPr id="5" name="AutoShape 2" descr="XG-Boost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XG-Boost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XG-Boost.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 descr="XG-Boost.webp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 descr="XG-Boost.webp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60" name="Picture 12" descr="XGBoost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2524716"/>
            <a:ext cx="6876596" cy="3885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228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LightGBM</a:t>
            </a:r>
            <a:r>
              <a:rPr lang="en-GB" dirty="0"/>
              <a:t> is a gradient boosting ensemble method that is used by the Train Using </a:t>
            </a:r>
            <a:r>
              <a:rPr lang="en-GB" dirty="0" err="1"/>
              <a:t>AutoML</a:t>
            </a:r>
            <a:r>
              <a:rPr lang="en-GB" dirty="0"/>
              <a:t> tool and is based on decision trees. </a:t>
            </a:r>
            <a:endParaRPr lang="en-GB" dirty="0"/>
          </a:p>
          <a:p>
            <a:r>
              <a:rPr lang="en-GB" dirty="0" smtClean="0"/>
              <a:t>It </a:t>
            </a:r>
            <a:r>
              <a:rPr lang="en-GB" dirty="0"/>
              <a:t>is optimized for high performance with distributed </a:t>
            </a:r>
            <a:r>
              <a:rPr lang="en-GB" dirty="0" smtClean="0"/>
              <a:t>systems.</a:t>
            </a:r>
          </a:p>
          <a:p>
            <a:r>
              <a:rPr lang="en-GB" dirty="0"/>
              <a:t>It is widely used in Python to handle large datasets, often outperforming other boosting algorithms in terms of speed and memory </a:t>
            </a:r>
            <a:r>
              <a:rPr lang="en-GB" dirty="0" smtClean="0"/>
              <a:t>usage.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bg1"/>
                </a:solidFill>
              </a:rPr>
              <a:t>LG Boost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Algorithms</a:t>
            </a:r>
          </a:p>
        </p:txBody>
      </p:sp>
    </p:spTree>
    <p:extLst>
      <p:ext uri="{BB962C8B-B14F-4D97-AF65-F5344CB8AC3E}">
        <p14:creationId xmlns:p14="http://schemas.microsoft.com/office/powerpoint/2010/main" val="371073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L</a:t>
            </a:r>
            <a:r>
              <a:rPr lang="en-IN" dirty="0" smtClean="0">
                <a:solidFill>
                  <a:schemeClr val="bg1"/>
                </a:solidFill>
              </a:rPr>
              <a:t>G Boost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Algorithms</a:t>
            </a:r>
          </a:p>
        </p:txBody>
      </p:sp>
      <p:sp>
        <p:nvSpPr>
          <p:cNvPr id="5" name="AutoShape 2" descr="XG-Boost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XG-Boost.webp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XG-Boost.webp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8" descr="XG-Boost.webp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0" descr="XG-Boost.webp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098" name="Picture 2" descr="Light Gradient Boosting Machine - an overview | ScienceDirect Top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610" y="2502942"/>
            <a:ext cx="593407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5285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High accuracy</a:t>
            </a:r>
          </a:p>
          <a:p>
            <a:r>
              <a:rPr dirty="0">
                <a:solidFill>
                  <a:schemeClr val="tx1"/>
                </a:solidFill>
              </a:rPr>
              <a:t>Handles complex data</a:t>
            </a:r>
          </a:p>
          <a:p>
            <a:r>
              <a:rPr dirty="0">
                <a:solidFill>
                  <a:schemeClr val="tx1"/>
                </a:solidFill>
              </a:rPr>
              <a:t>Reduces bias &amp; variance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Advantages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tx1"/>
                </a:solidFill>
              </a:rPr>
              <a:t>Can </a:t>
            </a:r>
            <a:r>
              <a:rPr dirty="0" smtClean="0">
                <a:solidFill>
                  <a:schemeClr val="tx1"/>
                </a:solidFill>
              </a:rPr>
              <a:t>over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dirty="0" smtClean="0">
                <a:solidFill>
                  <a:schemeClr val="tx1"/>
                </a:solidFill>
              </a:rPr>
              <a:t>fit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Slower training</a:t>
            </a:r>
          </a:p>
          <a:p>
            <a:r>
              <a:rPr dirty="0">
                <a:solidFill>
                  <a:schemeClr val="tx1"/>
                </a:solidFill>
              </a:rPr>
              <a:t>Sensitive to noise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Limitations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47</TotalTime>
  <Words>79</Words>
  <Application>Microsoft Office PowerPoint</Application>
  <PresentationFormat>On-screen Show (4:3)</PresentationFormat>
  <Paragraphs>34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Waveform</vt:lpstr>
      <vt:lpstr>Boosting Regressor Algorithms</vt:lpstr>
      <vt:lpstr>What is Boosting?</vt:lpstr>
      <vt:lpstr>Popular Algorithms</vt:lpstr>
      <vt:lpstr>AdaBoost Algorithms</vt:lpstr>
      <vt:lpstr>AdaBoost Algorithms</vt:lpstr>
      <vt:lpstr>XG Boost Algorithms</vt:lpstr>
      <vt:lpstr>XG Boost Algorithms</vt:lpstr>
      <vt:lpstr>LG Boost Algorithms</vt:lpstr>
      <vt:lpstr>LG Boost Algorithms</vt:lpstr>
      <vt:lpstr>Advantages</vt:lpstr>
      <vt:lpstr>Limitations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 Regressor Algorithms</dc:title>
  <dc:creator>Asha J</dc:creator>
  <dc:description>generated using python-pptx</dc:description>
  <cp:lastModifiedBy>Asha J</cp:lastModifiedBy>
  <cp:revision>6</cp:revision>
  <dcterms:created xsi:type="dcterms:W3CDTF">2013-01-27T09:14:16Z</dcterms:created>
  <dcterms:modified xsi:type="dcterms:W3CDTF">2026-04-07T13:18:26Z</dcterms:modified>
</cp:coreProperties>
</file>